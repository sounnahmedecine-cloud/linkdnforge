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d90a46e6214d70" /><Relationship Type="http://schemas.openxmlformats.org/officeDocument/2006/relationships/extended-properties" Target="/docProps/app.xml" Id="R9f3a1115dc4643c1" /><Relationship Type="http://schemas.openxmlformats.org/officeDocument/2006/relationships/officeDocument" Target="/ppt/presentation.xml" Id="Rf8a12a689fe848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cae7320fc48e0"/>
  </p:sldMasterIdLst>
  <p:notesMasterIdLst>
    <p:notesMasterId xmlns:r="http://schemas.openxmlformats.org/officeDocument/2006/relationships" r:id="R18f43c3db72d4eb8"/>
  </p:notesMasterIdLst>
  <p:sldIdLst>
    <p:sldId xmlns:r="http://schemas.openxmlformats.org/officeDocument/2006/relationships" id="256" r:id="Rc02b657c20d846f6"/>
    <p:sldId xmlns:r="http://schemas.openxmlformats.org/officeDocument/2006/relationships" id="257" r:id="R0580ff4de02e40e9"/>
    <p:sldId xmlns:r="http://schemas.openxmlformats.org/officeDocument/2006/relationships" id="258" r:id="R200672cf43e54771"/>
    <p:sldId xmlns:r="http://schemas.openxmlformats.org/officeDocument/2006/relationships" id="259" r:id="R198cb330c8964def"/>
    <p:sldId xmlns:r="http://schemas.openxmlformats.org/officeDocument/2006/relationships" id="260" r:id="Rcb048ccce8524c03"/>
    <p:sldId xmlns:r="http://schemas.openxmlformats.org/officeDocument/2006/relationships" id="261" r:id="R132c3077b38d4faf"/>
    <p:sldId xmlns:r="http://schemas.openxmlformats.org/officeDocument/2006/relationships" id="262" r:id="R11500b921e3241e5"/>
    <p:sldId xmlns:r="http://schemas.openxmlformats.org/officeDocument/2006/relationships" id="263" r:id="Rac658dee2ff446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1506df44c34b2b" /><Relationship Type="http://schemas.openxmlformats.org/officeDocument/2006/relationships/slideMaster" Target="/ppt/slideMasters/slideMaster1.xml" Id="R676cae7320fc48e0" /><Relationship Type="http://schemas.openxmlformats.org/officeDocument/2006/relationships/notesMaster" Target="/ppt/notesMasters/notesMaster1.xml" Id="R18f43c3db72d4eb8" /><Relationship Type="http://schemas.openxmlformats.org/officeDocument/2006/relationships/presProps" Target="/ppt/presProps.xml" Id="R4741d93fda764830" /><Relationship Type="http://schemas.openxmlformats.org/officeDocument/2006/relationships/tableStyles" Target="/ppt/tableStyles.xml" Id="R69d3d431d3944d38" /><Relationship Type="http://schemas.openxmlformats.org/officeDocument/2006/relationships/slide" Target="/ppt/slides/slide1.xml" Id="Rc02b657c20d846f6" /><Relationship Type="http://schemas.openxmlformats.org/officeDocument/2006/relationships/slide" Target="/ppt/slides/slide2.xml" Id="R0580ff4de02e40e9" /><Relationship Type="http://schemas.openxmlformats.org/officeDocument/2006/relationships/slide" Target="/ppt/slides/slide3.xml" Id="R200672cf43e54771" /><Relationship Type="http://schemas.openxmlformats.org/officeDocument/2006/relationships/slide" Target="/ppt/slides/slide4.xml" Id="R198cb330c8964def" /><Relationship Type="http://schemas.openxmlformats.org/officeDocument/2006/relationships/slide" Target="/ppt/slides/slide5.xml" Id="Rcb048ccce8524c03" /><Relationship Type="http://schemas.openxmlformats.org/officeDocument/2006/relationships/slide" Target="/ppt/slides/slide6.xml" Id="R132c3077b38d4faf" /><Relationship Type="http://schemas.openxmlformats.org/officeDocument/2006/relationships/slide" Target="/ppt/slides/slide7.xml" Id="R11500b921e3241e5" /><Relationship Type="http://schemas.openxmlformats.org/officeDocument/2006/relationships/slide" Target="/ppt/slides/slide8.xml" Id="Rac658dee2ff446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764a24f3844e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8eb51e4d22478d" /><Relationship Type="http://schemas.openxmlformats.org/officeDocument/2006/relationships/notesMaster" Target="/ppt/notesMasters/notesMaster1.xml" Id="R94d4a5fdb5fc40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740161a209442f" /><Relationship Type="http://schemas.openxmlformats.org/officeDocument/2006/relationships/notesMaster" Target="/ppt/notesMasters/notesMaster1.xml" Id="Rc67a5824c4e343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ca2c41c4db4fd8" /><Relationship Type="http://schemas.openxmlformats.org/officeDocument/2006/relationships/notesMaster" Target="/ppt/notesMasters/notesMaster1.xml" Id="R0e0792d7f21f4a4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45dd51f4a7a4cec" /><Relationship Type="http://schemas.openxmlformats.org/officeDocument/2006/relationships/notesMaster" Target="/ppt/notesMasters/notesMaster1.xml" Id="R8ba87125cba944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012ab528a8744af" /><Relationship Type="http://schemas.openxmlformats.org/officeDocument/2006/relationships/notesMaster" Target="/ppt/notesMasters/notesMaster1.xml" Id="Rbe885ae9d33c41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1c8221168b4ea4" /><Relationship Type="http://schemas.openxmlformats.org/officeDocument/2006/relationships/notesMaster" Target="/ppt/notesMasters/notesMaster1.xml" Id="R0fc8917baeaa4f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95a67b952d148fb" /><Relationship Type="http://schemas.openxmlformats.org/officeDocument/2006/relationships/notesMaster" Target="/ppt/notesMasters/notesMaster1.xml" Id="R4b5889bf8fca4b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23f590af31433d" /><Relationship Type="http://schemas.openxmlformats.org/officeDocument/2006/relationships/notesMaster" Target="/ppt/notesMasters/notesMaster1.xml" Id="R5df9639b170c42e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Visuel généré pour cette présentation. Les fonctionnalités décrites proviennent du code du projet LinkedInForge.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Visuel généré pour cette présentation. Positionnement produit basé sur les parcours URL, vidéo et idée du Studio.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Schéma éditable. Le flux résume l’interface et l’API autopilot du projet.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Fonctionnalités fondées sur l’API de génération, les prompts de classification et le profil Ghostwriter du projet.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Résumé des fonctions exposées par le résultat du Studio et l’historique local du projet.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Les modes de diffusion proviennent des composants de partage et des routes Make.com et Buffer du projet.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Stack et chantiers observés dans le dépôt. La dernière phrase signale les fonctions actuellement partielles, sans promesse de calendrier.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Conclusion de la présentation produit LinkedInForge.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437431f8454c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bf511812164abc" /><Relationship Type="http://schemas.openxmlformats.org/officeDocument/2006/relationships/slideLayout" Target="/ppt/slideLayouts/slideLayout1.xml" Id="R3ead177d1bf94b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ad177d1bf94b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d5b1dd46f4538" /><Relationship Type="http://schemas.openxmlformats.org/officeDocument/2006/relationships/image" Target="/ppt/media/image.png" Id="Rf9546f3194804378" /><Relationship Type="http://schemas.openxmlformats.org/officeDocument/2006/relationships/notesSlide" Target="/ppt/notesSlides/notesSlide1.xml" Id="R5604125d5fad4a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d7b7d5978f493e" /><Relationship Type="http://schemas.openxmlformats.org/officeDocument/2006/relationships/image" Target="/ppt/media/image2.png" Id="R2fb6199315404eef" /><Relationship Type="http://schemas.openxmlformats.org/officeDocument/2006/relationships/notesSlide" Target="/ppt/notesSlides/notesSlide2.xml" Id="Rfb4652e3bc9d4e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d9d02f0f841be" /><Relationship Type="http://schemas.openxmlformats.org/officeDocument/2006/relationships/notesSlide" Target="/ppt/notesSlides/notesSlide3.xml" Id="R8cd8099c9aaa41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90fc0f87e4ace" /><Relationship Type="http://schemas.openxmlformats.org/officeDocument/2006/relationships/notesSlide" Target="/ppt/notesSlides/notesSlide4.xml" Id="R44bb0bd7484e4e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4a5d2a2ae4cbe" /><Relationship Type="http://schemas.openxmlformats.org/officeDocument/2006/relationships/notesSlide" Target="/ppt/notesSlides/notesSlide5.xml" Id="R796bc535acab45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a1a131ceac4837" /><Relationship Type="http://schemas.openxmlformats.org/officeDocument/2006/relationships/notesSlide" Target="/ppt/notesSlides/notesSlide6.xml" Id="R442e1e4f524a402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e1cee566384107" /><Relationship Type="http://schemas.openxmlformats.org/officeDocument/2006/relationships/notesSlide" Target="/ppt/notesSlides/notesSlide7.xml" Id="Rc1339376f12649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51f550e8694007" /><Relationship Type="http://schemas.openxmlformats.org/officeDocument/2006/relationships/notesSlide" Target="/ppt/notesSlides/notesSlide8.xml" Id="R634b4958019a43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46f3194804378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86D40-F396-4E04-9B63-2E8ACA9CD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32">
              <a:alpha val="9400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AD485-1963-4A26-A5D7-6DD77672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7239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18EA7-1056-418D-BCB6-76544568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54"/>
          </a:bodyPr>
          <a:lstStyle xmlns:a="http://schemas.openxmlformats.org/drawingml/2006/main"/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LinkedInForge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46D577-3939-4529-8AC0-F651E5047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476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E2EA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2EAF1"/>
                </a:solidFill>
                <a:latin typeface="Arial"/>
                <a:ea typeface="Arial"/>
                <a:cs typeface="Arial"/>
              </a:rPr>
              <a:t>Création de contenu LinkedIn</a:t>
            </a:r>
          </a:p>
          <a:p xmlns:a="http://schemas.openxmlformats.org/drawingml/2006/main">
            <a:pPr>
              <a:defRPr sz="1875" b="0">
                <a:solidFill>
                  <a:srgbClr val="E2EAF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2EAF1"/>
                </a:solidFill>
                <a:latin typeface="Arial"/>
                <a:ea typeface="Arial"/>
                <a:cs typeface="Arial"/>
              </a:rPr>
              <a:t>à partir d’une URL, d’une vidéo ou d’un brouillon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B71F0C-EFB7-44AF-A8CC-12D53C37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556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7B67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7B675"/>
                </a:solidFill>
                <a:latin typeface="Arial"/>
                <a:ea typeface="Arial"/>
                <a:cs typeface="Arial"/>
              </a:rPr>
              <a:t>Présentation produit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AEFB8-D24D-40E6-9E24-2438428DE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15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BFC9D4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BFC9D4"/>
                </a:solidFill>
                <a:latin typeface="Arial"/>
                <a:ea typeface="Arial"/>
                <a:cs typeface="Arial"/>
              </a:rPr>
              <a:t>linkedinforge.fr</a:t>
            </a:r>
          </a:p>
        </p:txBody>
      </p:sp>
    </p:spTree>
    <p:extLst>
      <p:ext uri="{BB962C8B-B14F-4D97-AF65-F5344CB8AC3E}">
        <p14:creationId xmlns:p14="http://schemas.microsoft.com/office/powerpoint/2010/main" val="1542775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2C01E-06FA-41AB-BBE9-B7CD18D6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2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239"/>
                </a:solidFill>
                <a:latin typeface="Arial"/>
                <a:ea typeface="Arial"/>
                <a:cs typeface="Arial"/>
              </a:rPr>
              <a:t>La matière existe déjà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2C8019-85EC-4082-8947-AFE7AD6B0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Le défi consiste à transformer des contenus épars en publication prête à diffuser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0F7E0F-27FA-42BC-9B63-73B8BBDC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6199315404eef"/>
          <a:srcRect xmlns:a="http://schemas.openxmlformats.org/drawingml/2006/main" l="14310" t="0" r="143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695450"/>
            <a:ext cx="4953000" cy="3905250"/>
          </a:xfrm>
          <a:prstGeom xmlns:a="http://schemas.openxmlformats.org/drawingml/2006/main" prst="roundRect">
            <a:avLst>
              <a:gd name="adj" fmla="val 4878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E85D8B-BA03-4FA6-98D8-2E0DE972F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611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E2239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E2239"/>
                </a:solidFill>
                <a:latin typeface="Arial"/>
                <a:ea typeface="Arial"/>
                <a:cs typeface="Arial"/>
              </a:rPr>
              <a:t>Une page produit contient le bon angle.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EF221-36E5-460E-A091-B54385694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Une vidéo porte la démonstration, mais demande du temps de retraitement.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B641DD-E279-44B6-B29A-9A31069E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5143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Une idée manuscrite peut devenir un point de vue fort, si elle trouve sa structure.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311A90-C29A-4CAC-B672-FA070023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5095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1E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733F3-F1E9-4DE7-84B5-7C946FBEE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81600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35F9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35F9D"/>
                </a:solidFill>
                <a:latin typeface="Arial"/>
                <a:ea typeface="Arial"/>
                <a:cs typeface="Arial"/>
              </a:rPr>
              <a:t>LinkedInForge concentre ce travail dans un seul Studio.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D5F881-8DA7-4A46-AD54-D35ECD80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6"/>
                </a:solidFill>
                <a:latin typeface="Arial"/>
                <a:ea typeface="Arial"/>
                <a:cs typeface="Arial"/>
              </a:rPr>
              <a:t>linkedinforge.fr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3F2B8-12B2-4678-9160-49E0BE6B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486032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DA0D0-FCD6-4D64-ADBC-8276E502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2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239"/>
                </a:solidFill>
                <a:latin typeface="Arial"/>
                <a:ea typeface="Arial"/>
                <a:cs typeface="Arial"/>
              </a:rPr>
              <a:t>Le parcours LinkedInForge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88DED-C1B2-4D71-9E88-77CDED68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Une entrée simple, un moteur éditorial, puis un contenu exploitable immédiatement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1EA289-E5BC-4E0B-9AF6-C55A6206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8D7AB3-BDC9-4E68-85A4-953AB0D9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6764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FE0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36010-2EC2-4EEC-BDF1-27698DA1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5F9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5F9D"/>
                </a:solidFill>
                <a:latin typeface="Arial"/>
                <a:ea typeface="Arial"/>
                <a:cs typeface="Arial"/>
              </a:rPr>
              <a:t>URL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088D79-EDE5-4E7A-8701-6EC8BD66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Page produit, article ou site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AB5669-ABBE-4E97-B477-302B8D5B9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0"/>
            <a:ext cx="16764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FE0F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6AC4D-2ED1-4BBE-B667-B9526D28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800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5F9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5F9D"/>
                </a:solidFill>
                <a:latin typeface="Arial"/>
                <a:ea typeface="Arial"/>
                <a:cs typeface="Arial"/>
              </a:rPr>
              <a:t>Vidéo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011A49-7608-4CB0-BF85-3CBBFB00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209925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Démo, Reel ou prise de parole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9C016-876F-4888-A192-16293281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71750"/>
            <a:ext cx="167640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CFE0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E63FA3-12E5-4492-B5C0-5E51AEE4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35F9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5F9D"/>
                </a:solidFill>
                <a:latin typeface="Arial"/>
                <a:ea typeface="Arial"/>
                <a:cs typeface="Arial"/>
              </a:rPr>
              <a:t>Brouillon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3A8EB-5D80-4433-8BEA-8CB6A7E5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209925"/>
            <a:ext cx="13144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Idée, anecdote ou prise de 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75210-BEA4-466D-8F6F-C546A628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266950"/>
            <a:ext cx="2095500" cy="19431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71A3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FA9AFC-BDCA-448B-929D-849FBC8D0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47950"/>
            <a:ext cx="1476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Studio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04433-1B8D-4198-BC0E-03347EBC5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623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7E1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1EC"/>
                </a:solidFill>
                <a:latin typeface="Arial"/>
                <a:ea typeface="Arial"/>
                <a:cs typeface="Arial"/>
              </a:rPr>
              <a:t>Classification</a:t>
            </a:r>
          </a:p>
          <a:p xmlns:a="http://schemas.openxmlformats.org/drawingml/2006/main">
            <a:pPr>
              <a:defRPr sz="1200" b="0">
                <a:solidFill>
                  <a:srgbClr val="D7E1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1EC"/>
                </a:solidFill>
                <a:latin typeface="Arial"/>
                <a:ea typeface="Arial"/>
                <a:cs typeface="Arial"/>
              </a:rPr>
              <a:t>Profil Ghostwriter</a:t>
            </a:r>
          </a:p>
          <a:p xmlns:a="http://schemas.openxmlformats.org/drawingml/2006/main">
            <a:pPr>
              <a:defRPr sz="1200" b="0">
                <a:solidFill>
                  <a:srgbClr val="D7E1E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E1EC"/>
                </a:solidFill>
                <a:latin typeface="Arial"/>
                <a:ea typeface="Arial"/>
                <a:cs typeface="Arial"/>
              </a:rPr>
              <a:t>Objectif éditorial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54D18C-A5A9-466A-9D4B-84760E2B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71750"/>
            <a:ext cx="16954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F8C38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5468D3-F8CC-4E17-985E-CE5E3A92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8003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85812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812"/>
                </a:solidFill>
                <a:latin typeface="Arial"/>
                <a:ea typeface="Arial"/>
                <a:cs typeface="Arial"/>
              </a:rPr>
              <a:t>Post prêt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8DD9CB-4E48-43F5-80AA-AA78AAA8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32194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77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Texte, variante courte</a:t>
            </a:r>
          </a:p>
          <a:p xmlns:a="http://schemas.openxmlformats.org/drawingml/2006/main">
            <a:pPr>
              <a:defRPr sz="112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et visuel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B5EBC-FAC7-4B1A-B03E-9F671A97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52750"/>
            <a:ext cx="3238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EB9D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2DC1C0-C599-45E3-90B5-8584F08B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52750"/>
            <a:ext cx="333375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C19AB5-3040-4DBE-98F6-91C9FF32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6"/>
                </a:solidFill>
                <a:latin typeface="Arial"/>
                <a:ea typeface="Arial"/>
                <a:cs typeface="Arial"/>
              </a:rPr>
              <a:t>linkedinforge.fr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9ACE62-5DEC-4408-A873-42FABAD1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234246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CA0819-0439-4324-80C0-52AB9F5EA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 moteur éditorial qui s’adapte à la 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3D3EF-2F74-41DB-AAF3-9E220DF4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9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9D4"/>
                </a:solidFill>
                <a:latin typeface="Arial"/>
                <a:ea typeface="Arial"/>
                <a:cs typeface="Arial"/>
              </a:rPr>
              <a:t>La génération combine le contexte fourni, le profil de voix et l’objectif de publication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8783D9-242F-42E5-80ED-8B89FE56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756C9-0A8A-4350-A0BB-3D10E555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431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B7107-1493-458D-9D62-7856E98A2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0859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Comprendre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56236-D73E-44C8-921E-83FE8C8C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669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7EE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7EEF5"/>
                </a:solidFill>
                <a:latin typeface="Arial"/>
                <a:ea typeface="Arial"/>
                <a:cs typeface="Arial"/>
              </a:rPr>
              <a:t>Lit une URL, analyse une vidéo ou interprète une idée brute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17554-A72C-49CC-AC91-EB05986C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5314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8E4E6C-2BBA-4E6C-87D2-25B5E13B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9813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Choisir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5736A5-8617-4EC5-B0C8-2DC976FF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622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7EE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7EEF5"/>
                </a:solidFill>
                <a:latin typeface="Arial"/>
                <a:ea typeface="Arial"/>
                <a:cs typeface="Arial"/>
              </a:rPr>
              <a:t>Détecte une structure éditoriale adaptée au contenu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BD74F3-4B9C-40BF-B961-B5597CB4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5314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A8F509-9A87-4F4E-BC55-45D1511C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387667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Rédiger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CD9B5C-A27E-4D73-A09D-FFA761F6B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5762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7EE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7EEF5"/>
                </a:solidFill>
                <a:latin typeface="Arial"/>
                <a:ea typeface="Arial"/>
                <a:cs typeface="Arial"/>
              </a:rPr>
              <a:t>Applique le ton, les thèmes et les exemples du Ghostwriter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EE4F9-97F8-4DD0-906A-1013F1DF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29150"/>
            <a:ext cx="1619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15314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23F74-64B4-4529-ACCD-990498C8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4772025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Décliner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20E668-6727-4FE7-B674-62ADCF10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52975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E7EEF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E7EEF5"/>
                </a:solidFill>
                <a:latin typeface="Arial"/>
                <a:ea typeface="Arial"/>
                <a:cs typeface="Arial"/>
              </a:rPr>
              <a:t>Produit un post LinkedIn et, selon le flux, une version courte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394F86-490E-4868-A4D1-04CE31C3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847850"/>
            <a:ext cx="57150" cy="3667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CF14E2-03F8-4AFC-9F67-677D5898C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05100"/>
            <a:ext cx="1047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269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7B6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B675"/>
                </a:solidFill>
                <a:latin typeface="Arial"/>
                <a:ea typeface="Arial"/>
                <a:cs typeface="Arial"/>
              </a:rPr>
              <a:t>Un texte qui part</a:t>
            </a:r>
          </a:p>
          <a:p xmlns:a="http://schemas.openxmlformats.org/drawingml/2006/main">
            <a:pPr>
              <a:defRPr sz="1350" b="1">
                <a:solidFill>
                  <a:srgbClr val="F7B6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B675"/>
                </a:solidFill>
                <a:latin typeface="Arial"/>
                <a:ea typeface="Arial"/>
                <a:cs typeface="Arial"/>
              </a:rPr>
              <a:t>de votre matière,</a:t>
            </a:r>
          </a:p>
          <a:p xmlns:a="http://schemas.openxmlformats.org/drawingml/2006/main">
            <a:pPr>
              <a:defRPr sz="1350" b="1">
                <a:solidFill>
                  <a:srgbClr val="F7B6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B675"/>
                </a:solidFill>
                <a:latin typeface="Arial"/>
                <a:ea typeface="Arial"/>
                <a:cs typeface="Arial"/>
              </a:rPr>
              <a:t>pas d’un prompt</a:t>
            </a:r>
          </a:p>
          <a:p xmlns:a="http://schemas.openxmlformats.org/drawingml/2006/main">
            <a:pPr>
              <a:defRPr sz="1350" b="1">
                <a:solidFill>
                  <a:srgbClr val="F7B67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B675"/>
                </a:solidFill>
                <a:latin typeface="Arial"/>
                <a:ea typeface="Arial"/>
                <a:cs typeface="Arial"/>
              </a:rPr>
              <a:t>générique.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41A247-33BD-41CE-8A77-E7D9EF232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FC9D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FC9D4"/>
                </a:solidFill>
                <a:latin typeface="Arial"/>
                <a:ea typeface="Arial"/>
                <a:cs typeface="Arial"/>
              </a:rPr>
              <a:t>linkedinforge.fr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392239-EB66-4454-8AA9-7FDA278B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FC9D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FC9D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196048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FBA58-7F0B-4A60-B749-9AB86BBE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2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239"/>
                </a:solidFill>
                <a:latin typeface="Arial"/>
                <a:ea typeface="Arial"/>
                <a:cs typeface="Arial"/>
              </a:rPr>
              <a:t>Des livrables prêts à travailler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5510ED-AA6E-4991-B641-7ABBFD07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Le Studio conserve le résultat et donne la main avant publication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70411-1874-4F3D-954D-A8B538233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95A22-3850-483C-8CF3-8FABC217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073AA-434A-4B8E-89E3-C3425EA5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0E2239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E2239"/>
                </a:solidFill>
                <a:latin typeface="Arial"/>
                <a:ea typeface="Arial"/>
                <a:cs typeface="Arial"/>
              </a:rPr>
              <a:t>Publication LinkedIn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3E3004-A69F-4673-9142-C9D22D1D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765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Un post structuré avec accroche, développement et appel à l’échange.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57EB6-4104-4431-9BD9-A09EBAB2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24300"/>
            <a:ext cx="23241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7332FD-9A2F-4591-86C9-AB8754D9C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481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858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85812"/>
                </a:solidFill>
                <a:latin typeface="Arial"/>
                <a:ea typeface="Arial"/>
                <a:cs typeface="Arial"/>
              </a:rPr>
              <a:t>Modifier avant diffusion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CFC71-E524-4FFD-A2AE-8943169A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52625"/>
            <a:ext cx="51435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0E223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3D5FBD-AD98-4017-A59F-AD2B4A65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333625"/>
            <a:ext cx="3762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395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Compléments de contenu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F36916-1B16-41D8-8C72-028BB73F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765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7E1E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E1EC"/>
                </a:solidFill>
                <a:latin typeface="Arial"/>
                <a:ea typeface="Arial"/>
                <a:cs typeface="Arial"/>
              </a:rPr>
              <a:t>Version courte pour TikTok ou Reels, visuel généré et informations de classification.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545C84-CB85-4D5E-970A-0CA4C2D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924300"/>
            <a:ext cx="23241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73C5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E8B584-0CD9-447C-8BA8-4927ADC4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48125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4167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BFE2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FE2FF"/>
                </a:solidFill>
                <a:latin typeface="Arial"/>
                <a:ea typeface="Arial"/>
                <a:cs typeface="Arial"/>
              </a:rPr>
              <a:t>Historique du Studio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22FA42-74F9-4373-946C-DFBBDC82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6"/>
                </a:solidFill>
                <a:latin typeface="Arial"/>
                <a:ea typeface="Arial"/>
                <a:cs typeface="Arial"/>
              </a:rPr>
              <a:t>linkedinforge.fr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B1F2E-BAE9-456F-9937-D5457219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47681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FFF36D-E56F-4110-A607-4FC143CC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2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239"/>
                </a:solidFill>
                <a:latin typeface="Arial"/>
                <a:ea typeface="Arial"/>
                <a:cs typeface="Arial"/>
              </a:rPr>
              <a:t>Diffuser selon le niveau d’automatisation souhaité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4C18BD-6528-4D8A-A8CD-030D6F24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Le produit propose un parcours direct et une passerelle pour les scénarios automatisés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DCCCB-D450-4BB0-BF66-423B9ED3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20CE8F-AC32-4B92-A90E-BA0A41AA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5720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E8F2FC"/>
          </a:solidFill>
          <a:ln xmlns:a="http://schemas.openxmlformats.org/drawingml/2006/main" w="9525">
            <a:solidFill>
              <a:srgbClr val="D0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D6A89-9BCA-456D-9422-5D429863A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384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35F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5F9D"/>
                </a:solidFill>
                <a:latin typeface="Arial"/>
                <a:ea typeface="Arial"/>
                <a:cs typeface="Arial"/>
              </a:rPr>
              <a:t>Diffusion assistée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8B6838-CD04-4FB1-9D5D-C49F2E51A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3524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Le Studio copie le texte puis ouvre la boîte de publication du réseau choisi.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9A0445-B437-4EFE-8BF4-15742EEAD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133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35F9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5F9D"/>
                </a:solidFill>
                <a:latin typeface="Arial"/>
                <a:ea typeface="Arial"/>
                <a:cs typeface="Arial"/>
              </a:rPr>
              <a:t>LinkedIn, Facebook, X et Reddit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924046-DBDD-428B-BD58-1A15F954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095500"/>
            <a:ext cx="4572000" cy="2762250"/>
          </a:xfrm>
          <a:prstGeom xmlns:a="http://schemas.openxmlformats.org/drawingml/2006/main" prst="roundRect">
            <a:avLst>
              <a:gd name="adj" fmla="val 6207"/>
            </a:avLst>
          </a:prstGeom>
          <a:solidFill xmlns:a="http://schemas.openxmlformats.org/drawingml/2006/main">
            <a:srgbClr val="FFF0E2"/>
          </a:solidFill>
          <a:ln xmlns:a="http://schemas.openxmlformats.org/drawingml/2006/main" w="9525">
            <a:solidFill>
              <a:srgbClr val="F5C9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A2BC6-6173-4DFD-9B1D-7DF8AD2B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4384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619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8581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85812"/>
                </a:solidFill>
                <a:latin typeface="Arial"/>
                <a:ea typeface="Arial"/>
                <a:cs typeface="Arial"/>
              </a:rPr>
              <a:t>Automatisation connectée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220BAD-49AB-4105-83B1-D7A730EC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48000"/>
            <a:ext cx="3667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Une intégration Make.com et des routes Buffer permettent de déclencher une diffusion depuis un scénario externe.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68404-102B-4E2A-B6F9-25089EC5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338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392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5812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85812"/>
                </a:solidFill>
                <a:latin typeface="Arial"/>
                <a:ea typeface="Arial"/>
                <a:cs typeface="Arial"/>
              </a:rPr>
              <a:t>Réservée aux comptes configurés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648567-57CB-42BF-8174-DA67BF8C4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6"/>
                </a:solidFill>
                <a:latin typeface="Arial"/>
                <a:ea typeface="Arial"/>
                <a:cs typeface="Arial"/>
              </a:rPr>
              <a:t>linkedinforge.fr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0CABE2-5747-4D1C-AE9E-ED5CD707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4941133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C974DB-F6D2-4C3D-BA78-C2B45065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E2239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E2239"/>
                </a:solidFill>
                <a:latin typeface="Arial"/>
                <a:ea typeface="Arial"/>
                <a:cs typeface="Arial"/>
              </a:rPr>
              <a:t>Fondations produit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AAAAC-B2BC-41F9-9CDE-75EA653B9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Une application web prête à évoluer vers une expérience SaaS plus complète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759536-C490-4C7C-AD2F-D9516879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429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E9707-D4A3-4EC4-AA94-E7309353C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21945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61219E-6381-41FE-8A29-76250E56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2890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F9D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BC94A-93B7-4B0D-BCC3-4568D9491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2619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22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2239"/>
                </a:solidFill>
                <a:latin typeface="Arial"/>
                <a:ea typeface="Arial"/>
                <a:cs typeface="Arial"/>
              </a:rPr>
              <a:t>Expérience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2D8E2B-D350-4429-8CE7-CCF1256F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76625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Next.js, React, TypeScript et une interface multilingue FR, EN, 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AFDCA1-2919-453A-AED9-366FEABD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324100"/>
            <a:ext cx="321945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071A32"/>
          </a:solidFill>
          <a:ln xmlns:a="http://schemas.openxmlformats.org/drawingml/2006/main" w="9525">
            <a:solidFill>
              <a:srgbClr val="071A3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3DB29-8DC0-4F60-BFD7-9ADE03A2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5CBBCA-7952-4A19-AEA5-2B50D53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933700"/>
            <a:ext cx="2619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6FC30-AF64-46A5-B768-87D112DF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76625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D7E1EC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7E1EC"/>
                </a:solidFill>
                <a:latin typeface="Arial"/>
                <a:ea typeface="Arial"/>
                <a:cs typeface="Arial"/>
              </a:rPr>
              <a:t>Gemini pour la génération, la classification et les visuels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9AAD2-AE6C-43A0-8B59-B5184416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24100"/>
            <a:ext cx="3219450" cy="2228850"/>
          </a:xfrm>
          <a:prstGeom xmlns:a="http://schemas.openxmlformats.org/drawingml/2006/main" prst="roundRect">
            <a:avLst>
              <a:gd name="adj" fmla="val 68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5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9DF627-CBAA-4D3C-B0F2-AC9D9FD7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28900"/>
            <a:ext cx="55245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5F9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7E4364-88B2-4D1F-BF3D-1D9F8967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33700"/>
            <a:ext cx="2619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E2239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E2239"/>
                </a:solidFill>
                <a:latin typeface="Arial"/>
                <a:ea typeface="Arial"/>
                <a:cs typeface="Arial"/>
              </a:rPr>
              <a:t>Services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E15731-CA23-44F8-8825-3FD0AEDCD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76625"/>
            <a:ext cx="2647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425466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425466"/>
                </a:solidFill>
                <a:latin typeface="Arial"/>
                <a:ea typeface="Arial"/>
                <a:cs typeface="Arial"/>
              </a:rPr>
              <a:t>Firebase, Stripe, PostHog et des connecteurs de diffusion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672EBE-F3B0-4613-92AA-6B555ACE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95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47A65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47A65"/>
                </a:solidFill>
                <a:latin typeface="Arial"/>
                <a:ea typeface="Arial"/>
                <a:cs typeface="Arial"/>
              </a:rPr>
              <a:t>La base technique existe. Les prochaines priorités produit peuvent se concentrer sur l’authentification, la persistance et la monétisation.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D08F4-3E3F-4CC7-AB7E-FB5E2AE7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6"/>
                </a:solidFill>
                <a:latin typeface="Arial"/>
                <a:ea typeface="Arial"/>
                <a:cs typeface="Arial"/>
              </a:rPr>
              <a:t>linkedinforge.fr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6228C9-FF3A-49DB-BB61-5E12C02E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18096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718096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862514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A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4B9AB8-0607-41B8-935D-A701120AF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763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B3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CCD97A-6633-4EB6-92BE-7A26654CF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LinkedInForge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FF107-C7B5-4C03-A5C5-C807626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810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D7E1E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7E1EC"/>
                </a:solidFill>
                <a:latin typeface="Arial"/>
                <a:ea typeface="Arial"/>
                <a:cs typeface="Arial"/>
              </a:rPr>
              <a:t>Donner une seconde vie à la matière</a:t>
            </a:r>
          </a:p>
          <a:p xmlns:a="http://schemas.openxmlformats.org/drawingml/2006/main">
            <a:pPr>
              <a:defRPr sz="2250" b="0">
                <a:solidFill>
                  <a:srgbClr val="D7E1E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7E1EC"/>
                </a:solidFill>
                <a:latin typeface="Arial"/>
                <a:ea typeface="Arial"/>
                <a:cs typeface="Arial"/>
              </a:rPr>
              <a:t>qui mérite d’être publiée.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76EBA-FE40-49F0-AD28-F028170A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3619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496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71915E-6E1F-4453-B8FA-FB8D9BC9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7B67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B675"/>
                </a:solidFill>
                <a:latin typeface="Arial"/>
                <a:ea typeface="Arial"/>
                <a:cs typeface="Arial"/>
              </a:rPr>
              <a:t>linkedinforge.fr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E92654-760A-4238-A105-70C354B3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FC9D4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FC9D4"/>
                </a:solidFill>
                <a:latin typeface="Arial"/>
                <a:ea typeface="Arial"/>
                <a:cs typeface="Arial"/>
              </a:rPr>
              <a:t>URL. Vidéo. Brouillon.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619FC-DE4E-4C03-80E4-5792C6DD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FC9D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FC9D4"/>
                </a:solidFill>
                <a:latin typeface="Arial"/>
                <a:ea typeface="Arial"/>
                <a:cs typeface="Arial"/>
              </a:rPr>
              <a:t>linkedinforge.fr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FF3F81-E3A6-42FF-90E3-5187649B9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FC9D4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FC9D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779430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2026-09-30T19:44:28.8810000Z</dcterms:created>
  <dcterms:modified xsi:type="dcterms:W3CDTF">2026-09-30T19:44:28.8810000Z</dcterms:modified>
</coreProperties>
</file>